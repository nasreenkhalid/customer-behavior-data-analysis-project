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9" autoAdjust="0"/>
    <p:restoredTop sz="94589" autoAdjust="0"/>
  </p:normalViewPr>
  <p:slideViewPr>
    <p:cSldViewPr>
      <p:cViewPr varScale="1">
        <p:scale>
          <a:sx n="90" d="100"/>
          <a:sy n="90" d="100"/>
        </p:scale>
        <p:origin x="2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D2DD6-238B-D84A-8FFA-A092BF020572}" type="datetimeFigureOut">
              <a:rPr lang="en-SA" smtClean="0"/>
              <a:t>22/05/2026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5BC34-923B-494D-A7DA-34D22B52BDA0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3309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BC34-923B-494D-A7DA-34D22B52BDA0}" type="slidenum">
              <a:rPr lang="en-SA" smtClean="0"/>
              <a:t>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91824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BC34-923B-494D-A7DA-34D22B52BDA0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20585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BC34-923B-494D-A7DA-34D22B52BDA0}" type="slidenum">
              <a:rPr lang="en-SA" smtClean="0"/>
              <a:t>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4891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BC34-923B-494D-A7DA-34D22B52BDA0}" type="slidenum">
              <a:rPr lang="en-SA" smtClean="0"/>
              <a:t>11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9911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BC34-923B-494D-A7DA-34D22B52BDA0}" type="slidenum">
              <a:rPr lang="en-SA" smtClean="0"/>
              <a:t>15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773661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  <p:pic>
        <p:nvPicPr>
          <p:cNvPr id="6" name="Picture 5" descr="A white surface with black text&#10;&#10;AI-generated content may be incorrect.">
            <a:extLst>
              <a:ext uri="{FF2B5EF4-FFF2-40B4-BE49-F238E27FC236}">
                <a16:creationId xmlns:a16="http://schemas.microsoft.com/office/drawing/2014/main" id="{5671B483-68D1-2C87-8E5D-560EBA2CE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2775" y="8610600"/>
            <a:ext cx="1638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white surface with black text&#10;&#10;AI-generated content may be incorrect.">
            <a:extLst>
              <a:ext uri="{FF2B5EF4-FFF2-40B4-BE49-F238E27FC236}">
                <a16:creationId xmlns:a16="http://schemas.microsoft.com/office/drawing/2014/main" id="{1C9A7992-DCF8-F6E6-61A2-D418D494C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7550" y="8686800"/>
            <a:ext cx="156845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90E166-1BE3-6765-0273-348A65392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752" y="8818562"/>
            <a:ext cx="2630248" cy="287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White clouds in blue sky&#10;&#10;AI-generated content may be incorrect.">
            <a:extLst>
              <a:ext uri="{FF2B5EF4-FFF2-40B4-BE49-F238E27FC236}">
                <a16:creationId xmlns:a16="http://schemas.microsoft.com/office/drawing/2014/main" id="{8BB43345-4E8B-EA08-440D-B638A88D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0162" y="8686800"/>
            <a:ext cx="22352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A9D072-AF24-FE62-FAF1-0E0328B0F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752" y="8818562"/>
            <a:ext cx="2630248" cy="287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white surface with black text&#10;&#10;AI-generated content may be incorrect.">
            <a:extLst>
              <a:ext uri="{FF2B5EF4-FFF2-40B4-BE49-F238E27FC236}">
                <a16:creationId xmlns:a16="http://schemas.microsoft.com/office/drawing/2014/main" id="{D8C7A405-FD00-2A25-27F9-2A1E32BB8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8800" y="8559800"/>
            <a:ext cx="1638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 descr="A white square tile on a wall&#10;&#10;AI-generated content may be incorrect.">
            <a:extLst>
              <a:ext uri="{FF2B5EF4-FFF2-40B4-BE49-F238E27FC236}">
                <a16:creationId xmlns:a16="http://schemas.microsoft.com/office/drawing/2014/main" id="{5A4B6CBF-25A4-DF03-2C0C-AED98CC3D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0" y="8839200"/>
            <a:ext cx="1371600" cy="290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C0A248-087F-125C-B0BA-B202C6317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752" y="8818562"/>
            <a:ext cx="2630248" cy="287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 descr="A white square tile on a wall&#10;&#10;AI-generated content may be incorrect.">
            <a:extLst>
              <a:ext uri="{FF2B5EF4-FFF2-40B4-BE49-F238E27FC236}">
                <a16:creationId xmlns:a16="http://schemas.microsoft.com/office/drawing/2014/main" id="{A7EDE2B0-0FDF-517C-35F9-E6C7F2668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0" y="8839200"/>
            <a:ext cx="1371600" cy="290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 descr="A white square tile on a wall&#10;&#10;AI-generated content may be incorrect.">
            <a:extLst>
              <a:ext uri="{FF2B5EF4-FFF2-40B4-BE49-F238E27FC236}">
                <a16:creationId xmlns:a16="http://schemas.microsoft.com/office/drawing/2014/main" id="{10104FC3-05CA-A179-B22B-FBD3CEB7C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0" y="8763000"/>
            <a:ext cx="1371600" cy="366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B58CC7-4C0D-5B8D-43B7-16B2F0A88B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752" y="8818562"/>
            <a:ext cx="2630248" cy="287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 descr="A white square tile on a wall&#10;&#10;AI-generated content may be incorrect.">
            <a:extLst>
              <a:ext uri="{FF2B5EF4-FFF2-40B4-BE49-F238E27FC236}">
                <a16:creationId xmlns:a16="http://schemas.microsoft.com/office/drawing/2014/main" id="{2AD84B06-6B98-1AE4-C56F-4B9193F3D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0" y="8763000"/>
            <a:ext cx="1371600" cy="3667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white square tile on a wall&#10;&#10;AI-generated content may be incorrect.">
            <a:extLst>
              <a:ext uri="{FF2B5EF4-FFF2-40B4-BE49-F238E27FC236}">
                <a16:creationId xmlns:a16="http://schemas.microsoft.com/office/drawing/2014/main" id="{AC40986A-1BFA-9664-7102-E4C7CE09E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400" y="8712056"/>
            <a:ext cx="1854200" cy="4319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white square tile on a wall&#10;&#10;AI-generated content may be incorrect.">
            <a:extLst>
              <a:ext uri="{FF2B5EF4-FFF2-40B4-BE49-F238E27FC236}">
                <a16:creationId xmlns:a16="http://schemas.microsoft.com/office/drawing/2014/main" id="{58AC480A-F262-9F68-1166-683C7EC35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0" y="8763000"/>
            <a:ext cx="1371600" cy="3667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 descr="A white square tile on a wall&#10;&#10;AI-generated content may be incorrect.">
            <a:extLst>
              <a:ext uri="{FF2B5EF4-FFF2-40B4-BE49-F238E27FC236}">
                <a16:creationId xmlns:a16="http://schemas.microsoft.com/office/drawing/2014/main" id="{4D7C9D7F-A397-CE71-6131-09B3E6EA1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0" y="8839200"/>
            <a:ext cx="1371600" cy="290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</Words>
  <Application>Microsoft Macintosh PowerPoint</Application>
  <PresentationFormat>Custom</PresentationFormat>
  <Paragraphs>5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Nasreen Khalid</cp:lastModifiedBy>
  <cp:revision>2</cp:revision>
  <dcterms:created xsi:type="dcterms:W3CDTF">2006-08-16T00:00:00Z</dcterms:created>
  <dcterms:modified xsi:type="dcterms:W3CDTF">2026-05-22T13:37:05Z</dcterms:modified>
</cp:coreProperties>
</file>